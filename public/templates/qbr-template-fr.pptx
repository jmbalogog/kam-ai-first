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Agenda &amp; Objectifs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Revue du trimestre passé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Valeur délivrée &amp; métriques d'impact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Incidents et résolutions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Vision stratégique — prochains 90 jours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Opportunités identifiées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Plan d'action conjoint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KAM Toolkit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Bilan du Trimestre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Objectif 1 : [résultat vs cible]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Objectif 2 : [résultat vs cible]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Objectif 3 : [résultat vs cible]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Commentaire global sur la performance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KAM Toolkit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Valeur Délivrée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Métrique #1 : [valeur]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Métrique #2 : [valeur]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Métrique #3 : [valeur]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Total valeur délivrée ce trimestre : [€ / %]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KAM Toolkit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Incidents &amp; Résolutions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Incident #1 : [description] → Résolu le [date]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Incident #2 : [description] → Résolu le [date]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Actions préventives mises en place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Engagement SLA pour le prochain trimestre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KAM Toolkit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Vision Stratégique — Prochains 90 Jours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Priorité stratégique #1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Priorité stratégique #2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Priorité stratégique #3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Investissements prévus de notre côté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KAM Toolkit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Opportunités Identifiées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Opportunité #1 : [description, valeur estimée]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Opportunité #2 : [description, valeur estimée]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Prochaines étapes pour explorer ces opportunités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KAM Toolkit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Plan d'Action Conjoint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Action #1 — Responsable : [nom] — Deadline : [date]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Action #2 — Responsable : [nom] — Deadline : [date]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Action #3 — Responsable : [nom] — Deadline : [date]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Prochaine QBR prévue le : [date]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KAM Toolkit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Merci 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Questions ?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Contact : [votre email]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Prochaine réunion : [date]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KAM Toolkit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QBR</dc:title>
  <dc:subject>PptxGenJS Presentation</dc:subject>
  <dc:creator>KAM Toolkit</dc:creator>
  <cp:lastModifiedBy>KAM Toolkit</cp:lastModifiedBy>
  <cp:revision>1</cp:revision>
  <dcterms:created xsi:type="dcterms:W3CDTF">2026-03-01T20:12:24Z</dcterms:created>
  <dcterms:modified xsi:type="dcterms:W3CDTF">2026-03-01T20:12:24Z</dcterms:modified>
</cp:coreProperties>
</file>