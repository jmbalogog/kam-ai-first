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Agenda &amp;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Last quarter review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Value delivered &amp; impact metrics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Incidents and resolutions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Strategic vision — next 90 days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Identified opportunities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Joint action plan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Quarter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Goal 1: [result vs target]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Goal 2: [result vs target]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Goal 3: [result vs target]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Overall performance commentary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Value Delivered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Metric #1: [value]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Metric #2: [value]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Metric #3: [value]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Total value delivered this quarter: [$ / %]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Incidents &amp; Resolutions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Incident #1: [description] → Resolved on [date]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Incident #2: [description] → Resolved on [date]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Preventive actions implemented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SLA commitment for next quarter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Strategic Vision — Next 90 Days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Strategic priority #1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Strategic priority #2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Strategic priority #3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Planned investments on our side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Identified Opportunities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Opportunity #1: [description, estimated value]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Opportunity #2: [description, estimated value]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Next steps to explore these opportunities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Joint Action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Action #1 — Owner: [name] — Deadline: [date]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Action #2 — Owner: [name] — Deadline: [date]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Action #3 — Owner: [name] — Deadline: [date]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Next QBR scheduled for: [date]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Thank You!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Questions?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Contact: [your email]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Next meeting: [date]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KAM Toolkit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Template</dc:title>
  <dc:subject>PptxGenJS Presentation</dc:subject>
  <dc:creator>KAM Toolkit</dc:creator>
  <cp:lastModifiedBy>KAM Toolkit</cp:lastModifiedBy>
  <cp:revision>1</cp:revision>
  <dcterms:created xsi:type="dcterms:W3CDTF">2026-03-01T20:12:24Z</dcterms:created>
  <dcterms:modified xsi:type="dcterms:W3CDTF">2026-03-01T20:12:24Z</dcterms:modified>
</cp:coreProperties>
</file>